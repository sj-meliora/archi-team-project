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8EAED">
                  <a:alpha val="100000"/>
                </a:srgbClr>
              </a:gs>
              <a:gs pos="100000">
                <a:srgbClr val="E8E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14350"/>
            <a:ext cx="2040002" cy="542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모델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768947" y="695325"/>
            <a:ext cx="1270099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Model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1076325"/>
            <a:ext cx="69719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Agentic DevOps System · On-device AI SDK 개발 자동화 — 핵심 엔티티 &amp; 관계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520987" y="571500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PIPELINE · NODE.STAGE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763500" y="809625"/>
            <a:ext cx="1028700" cy="257175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77800" y="866775"/>
            <a:ext cx="876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 Converter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3877925" y="842963"/>
            <a:ext cx="209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4C8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097000" y="809625"/>
            <a:ext cx="1228725" cy="257175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11300" y="866775"/>
            <a:ext cx="10763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Optimizer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5411450" y="842963"/>
            <a:ext cx="209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4C8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630525" y="809625"/>
            <a:ext cx="828675" cy="257175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44825" y="866775"/>
            <a:ext cx="676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Quantizer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6544925" y="842963"/>
            <a:ext cx="209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4C8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764000" y="809625"/>
            <a:ext cx="762000" cy="257175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878300" y="866775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857250" y="1838325"/>
            <a:ext cx="85725" cy="85725"/>
          </a:xfrm>
          <a:prstGeom prst="roundRect">
            <a:avLst>
              <a:gd name="adj" fmla="val 22222"/>
            </a:avLst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" y="1790700"/>
            <a:ext cx="140611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· DEFINITION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392710" y="1790700"/>
            <a:ext cx="181375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4B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· 워크플로우 · 노드 · 구성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857250" y="5267325"/>
            <a:ext cx="85725" cy="85725"/>
          </a:xfrm>
          <a:prstGeom prst="roundRect">
            <a:avLst>
              <a:gd name="adj" fmla="val 22222"/>
            </a:avLst>
          </a:prstGeom>
          <a:solidFill>
            <a:srgbClr val="1E27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700" y="5219700"/>
            <a:ext cx="11619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5B64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· RUNTIME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200126" y="5219700"/>
            <a:ext cx="28359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4B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오케스트레이터 · 에이전트 · 실행 · 산출물 · 캐시</a:t>
            </a:r>
            <a:endParaRPr lang="en-US" sz="975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57250" y="2095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  <a:effectLst>
            <a:outerShdw sx="100000" sy="100000" kx="0" ky="0" algn="bl" rotWithShape="0" blurRad="171450" dist="57150" dir="5400000">
              <a:srgbClr val="111827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66775" y="2105025"/>
            <a:ext cx="238125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7" name="Text 24"/>
          <p:cNvSpPr/>
          <p:nvPr/>
        </p:nvSpPr>
        <p:spPr>
          <a:xfrm>
            <a:off x="1000125" y="2209800"/>
            <a:ext cx="7603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AIModel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2736800" y="2266950"/>
            <a:ext cx="454075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866775" y="2895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0" name="Text 27"/>
          <p:cNvSpPr/>
          <p:nvPr/>
        </p:nvSpPr>
        <p:spPr>
          <a:xfrm>
            <a:off x="1000125" y="2628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31" name="Shape 28"/>
          <p:cNvSpPr/>
          <p:nvPr/>
        </p:nvSpPr>
        <p:spPr>
          <a:xfrm>
            <a:off x="1190625" y="2652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32" name="Text 29"/>
          <p:cNvSpPr/>
          <p:nvPr/>
        </p:nvSpPr>
        <p:spPr>
          <a:xfrm>
            <a:off x="1228725" y="2662237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33" name="Text 30"/>
          <p:cNvSpPr/>
          <p:nvPr/>
        </p:nvSpPr>
        <p:spPr>
          <a:xfrm>
            <a:off x="2847975" y="2657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34" name="Shape 31"/>
          <p:cNvSpPr/>
          <p:nvPr/>
        </p:nvSpPr>
        <p:spPr>
          <a:xfrm>
            <a:off x="866775" y="3238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5" name="Text 32"/>
          <p:cNvSpPr/>
          <p:nvPr/>
        </p:nvSpPr>
        <p:spPr>
          <a:xfrm>
            <a:off x="1000125" y="2971800"/>
            <a:ext cx="4552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2714625" y="30003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37" name="Shape 34"/>
          <p:cNvSpPr/>
          <p:nvPr/>
        </p:nvSpPr>
        <p:spPr>
          <a:xfrm>
            <a:off x="866775" y="3581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8" name="Text 35"/>
          <p:cNvSpPr/>
          <p:nvPr/>
        </p:nvSpPr>
        <p:spPr>
          <a:xfrm>
            <a:off x="1000125" y="3314700"/>
            <a:ext cx="7957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2714625" y="33432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40" name="Text 37"/>
          <p:cNvSpPr/>
          <p:nvPr/>
        </p:nvSpPr>
        <p:spPr>
          <a:xfrm>
            <a:off x="1000125" y="3657600"/>
            <a:ext cx="8008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framework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714625" y="36861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42" name="Shape 39"/>
          <p:cNvSpPr/>
          <p:nvPr/>
        </p:nvSpPr>
        <p:spPr>
          <a:xfrm>
            <a:off x="4191000" y="2095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  <a:effectLst>
            <a:outerShdw sx="100000" sy="100000" kx="0" ky="0" algn="bl" rotWithShape="0" blurRad="171450" dist="57150" dir="5400000">
              <a:srgbClr val="111827">
                <a:alpha val="7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200525" y="2105025"/>
            <a:ext cx="238125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4" name="Text 41"/>
          <p:cNvSpPr/>
          <p:nvPr/>
        </p:nvSpPr>
        <p:spPr>
          <a:xfrm>
            <a:off x="4333875" y="2209800"/>
            <a:ext cx="8896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Workflow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5878711" y="2266950"/>
            <a:ext cx="645914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4200525" y="2895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7" name="Text 44"/>
          <p:cNvSpPr/>
          <p:nvPr/>
        </p:nvSpPr>
        <p:spPr>
          <a:xfrm>
            <a:off x="4333875" y="2628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4524375" y="2652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49" name="Text 46"/>
          <p:cNvSpPr/>
          <p:nvPr/>
        </p:nvSpPr>
        <p:spPr>
          <a:xfrm>
            <a:off x="4562475" y="2662237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50" name="Text 47"/>
          <p:cNvSpPr/>
          <p:nvPr/>
        </p:nvSpPr>
        <p:spPr>
          <a:xfrm>
            <a:off x="6181725" y="2657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51" name="Shape 48"/>
          <p:cNvSpPr/>
          <p:nvPr/>
        </p:nvSpPr>
        <p:spPr>
          <a:xfrm>
            <a:off x="4200525" y="3238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2" name="Text 49"/>
          <p:cNvSpPr/>
          <p:nvPr/>
        </p:nvSpPr>
        <p:spPr>
          <a:xfrm>
            <a:off x="4333875" y="2971800"/>
            <a:ext cx="4749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1125" dirty="0"/>
          </a:p>
        </p:txBody>
      </p:sp>
      <p:sp>
        <p:nvSpPr>
          <p:cNvPr id="53" name="Text 50"/>
          <p:cNvSpPr/>
          <p:nvPr/>
        </p:nvSpPr>
        <p:spPr>
          <a:xfrm>
            <a:off x="5514975" y="3000375"/>
            <a:ext cx="1009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WorkflowStatus</a:t>
            </a:r>
            <a:endParaRPr lang="en-US" sz="938" dirty="0"/>
          </a:p>
        </p:txBody>
      </p:sp>
      <p:sp>
        <p:nvSpPr>
          <p:cNvPr id="54" name="Shape 51"/>
          <p:cNvSpPr/>
          <p:nvPr/>
        </p:nvSpPr>
        <p:spPr>
          <a:xfrm>
            <a:off x="4200525" y="3581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5" name="Text 52"/>
          <p:cNvSpPr/>
          <p:nvPr/>
        </p:nvSpPr>
        <p:spPr>
          <a:xfrm>
            <a:off x="4333875" y="3314700"/>
            <a:ext cx="60290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revision</a:t>
            </a:r>
            <a:endParaRPr lang="en-US" sz="1125" dirty="0"/>
          </a:p>
        </p:txBody>
      </p:sp>
      <p:sp>
        <p:nvSpPr>
          <p:cNvPr id="56" name="Text 53"/>
          <p:cNvSpPr/>
          <p:nvPr/>
        </p:nvSpPr>
        <p:spPr>
          <a:xfrm>
            <a:off x="5981700" y="3343275"/>
            <a:ext cx="542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938" dirty="0"/>
          </a:p>
        </p:txBody>
      </p:sp>
      <p:sp>
        <p:nvSpPr>
          <p:cNvPr id="57" name="Text 54"/>
          <p:cNvSpPr/>
          <p:nvPr/>
        </p:nvSpPr>
        <p:spPr>
          <a:xfrm>
            <a:off x="4333875" y="3657600"/>
            <a:ext cx="6826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startedAt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5915025" y="3686175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938" dirty="0"/>
          </a:p>
        </p:txBody>
      </p:sp>
      <p:sp>
        <p:nvSpPr>
          <p:cNvPr id="59" name="Shape 56"/>
          <p:cNvSpPr/>
          <p:nvPr/>
        </p:nvSpPr>
        <p:spPr>
          <a:xfrm>
            <a:off x="7524750" y="2095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  <a:effectLst>
            <a:outerShdw sx="100000" sy="100000" kx="0" ky="0" algn="bl" rotWithShape="0" blurRad="171450" dist="57150" dir="5400000">
              <a:srgbClr val="111827">
                <a:alpha val="7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7534275" y="2105025"/>
            <a:ext cx="238125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1" name="Text 58"/>
          <p:cNvSpPr/>
          <p:nvPr/>
        </p:nvSpPr>
        <p:spPr>
          <a:xfrm>
            <a:off x="7667625" y="2209800"/>
            <a:ext cx="5220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</a:t>
            </a:r>
            <a:endParaRPr lang="en-US" sz="1350" dirty="0"/>
          </a:p>
        </p:txBody>
      </p:sp>
      <p:sp>
        <p:nvSpPr>
          <p:cNvPr id="62" name="Text 59"/>
          <p:cNvSpPr/>
          <p:nvPr/>
        </p:nvSpPr>
        <p:spPr>
          <a:xfrm>
            <a:off x="9554319" y="2266950"/>
            <a:ext cx="304056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7534275" y="2895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4" name="Text 61"/>
          <p:cNvSpPr/>
          <p:nvPr/>
        </p:nvSpPr>
        <p:spPr>
          <a:xfrm>
            <a:off x="7667625" y="2628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65" name="Shape 62"/>
          <p:cNvSpPr/>
          <p:nvPr/>
        </p:nvSpPr>
        <p:spPr>
          <a:xfrm>
            <a:off x="7858125" y="2652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66" name="Text 63"/>
          <p:cNvSpPr/>
          <p:nvPr/>
        </p:nvSpPr>
        <p:spPr>
          <a:xfrm>
            <a:off x="7896225" y="2662237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67" name="Text 64"/>
          <p:cNvSpPr/>
          <p:nvPr/>
        </p:nvSpPr>
        <p:spPr>
          <a:xfrm>
            <a:off x="9515475" y="2657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68" name="Shape 65"/>
          <p:cNvSpPr/>
          <p:nvPr/>
        </p:nvSpPr>
        <p:spPr>
          <a:xfrm>
            <a:off x="7534275" y="3238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9" name="Text 66"/>
          <p:cNvSpPr/>
          <p:nvPr/>
        </p:nvSpPr>
        <p:spPr>
          <a:xfrm>
            <a:off x="7667625" y="2971800"/>
            <a:ext cx="4271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9248775" y="3000375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SdkStage</a:t>
            </a:r>
            <a:endParaRPr lang="en-US" sz="938" dirty="0"/>
          </a:p>
        </p:txBody>
      </p:sp>
      <p:sp>
        <p:nvSpPr>
          <p:cNvPr id="71" name="Shape 68"/>
          <p:cNvSpPr/>
          <p:nvPr/>
        </p:nvSpPr>
        <p:spPr>
          <a:xfrm>
            <a:off x="7534275" y="3581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72" name="Text 69"/>
          <p:cNvSpPr/>
          <p:nvPr/>
        </p:nvSpPr>
        <p:spPr>
          <a:xfrm>
            <a:off x="7667625" y="3314700"/>
            <a:ext cx="4394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9315450" y="3343275"/>
            <a:ext cx="542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938" dirty="0"/>
          </a:p>
        </p:txBody>
      </p:sp>
      <p:sp>
        <p:nvSpPr>
          <p:cNvPr id="74" name="Text 71"/>
          <p:cNvSpPr/>
          <p:nvPr/>
        </p:nvSpPr>
        <p:spPr>
          <a:xfrm>
            <a:off x="7667625" y="3657600"/>
            <a:ext cx="4749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1125" dirty="0"/>
          </a:p>
        </p:txBody>
      </p:sp>
      <p:sp>
        <p:nvSpPr>
          <p:cNvPr id="75" name="Text 72"/>
          <p:cNvSpPr/>
          <p:nvPr/>
        </p:nvSpPr>
        <p:spPr>
          <a:xfrm>
            <a:off x="9115425" y="3686175"/>
            <a:ext cx="742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NodeStatus</a:t>
            </a:r>
            <a:endParaRPr lang="en-US" sz="938" dirty="0"/>
          </a:p>
        </p:txBody>
      </p:sp>
      <p:sp>
        <p:nvSpPr>
          <p:cNvPr id="76" name="Shape 73"/>
          <p:cNvSpPr/>
          <p:nvPr/>
        </p:nvSpPr>
        <p:spPr>
          <a:xfrm>
            <a:off x="10858500" y="2095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  <a:effectLst>
            <a:outerShdw sx="100000" sy="100000" kx="0" ky="0" algn="bl" rotWithShape="0" blurRad="171450" dist="57150" dir="5400000">
              <a:srgbClr val="111827">
                <a:alpha val="7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10868025" y="2105025"/>
            <a:ext cx="238125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8" name="Text 75"/>
          <p:cNvSpPr/>
          <p:nvPr/>
        </p:nvSpPr>
        <p:spPr>
          <a:xfrm>
            <a:off x="11001375" y="2209800"/>
            <a:ext cx="965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SDKConfig</a:t>
            </a:r>
            <a:endParaRPr lang="en-US" sz="1350" dirty="0"/>
          </a:p>
        </p:txBody>
      </p:sp>
      <p:sp>
        <p:nvSpPr>
          <p:cNvPr id="79" name="Text 76"/>
          <p:cNvSpPr/>
          <p:nvPr/>
        </p:nvSpPr>
        <p:spPr>
          <a:xfrm>
            <a:off x="12609314" y="2266950"/>
            <a:ext cx="582811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구성</a:t>
            </a:r>
            <a:endParaRPr lang="en-US" sz="975" dirty="0"/>
          </a:p>
        </p:txBody>
      </p:sp>
      <p:sp>
        <p:nvSpPr>
          <p:cNvPr id="80" name="Shape 77"/>
          <p:cNvSpPr/>
          <p:nvPr/>
        </p:nvSpPr>
        <p:spPr>
          <a:xfrm>
            <a:off x="10868025" y="2895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1" name="Text 78"/>
          <p:cNvSpPr/>
          <p:nvPr/>
        </p:nvSpPr>
        <p:spPr>
          <a:xfrm>
            <a:off x="11001375" y="2628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11191875" y="2652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83" name="Text 80"/>
          <p:cNvSpPr/>
          <p:nvPr/>
        </p:nvSpPr>
        <p:spPr>
          <a:xfrm>
            <a:off x="11229975" y="2662237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84" name="Text 81"/>
          <p:cNvSpPr/>
          <p:nvPr/>
        </p:nvSpPr>
        <p:spPr>
          <a:xfrm>
            <a:off x="12849225" y="2657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85" name="Shape 82"/>
          <p:cNvSpPr/>
          <p:nvPr/>
        </p:nvSpPr>
        <p:spPr>
          <a:xfrm>
            <a:off x="10868025" y="3238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6" name="Text 83"/>
          <p:cNvSpPr/>
          <p:nvPr/>
        </p:nvSpPr>
        <p:spPr>
          <a:xfrm>
            <a:off x="11001375" y="2971800"/>
            <a:ext cx="834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toolVersion</a:t>
            </a:r>
            <a:endParaRPr lang="en-US" sz="1125" dirty="0"/>
          </a:p>
        </p:txBody>
      </p:sp>
      <p:sp>
        <p:nvSpPr>
          <p:cNvPr id="87" name="Text 84"/>
          <p:cNvSpPr/>
          <p:nvPr/>
        </p:nvSpPr>
        <p:spPr>
          <a:xfrm>
            <a:off x="12715875" y="30003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88" name="Shape 85"/>
          <p:cNvSpPr/>
          <p:nvPr/>
        </p:nvSpPr>
        <p:spPr>
          <a:xfrm>
            <a:off x="10868025" y="3581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9" name="Text 86"/>
          <p:cNvSpPr/>
          <p:nvPr/>
        </p:nvSpPr>
        <p:spPr>
          <a:xfrm>
            <a:off x="11001375" y="3314700"/>
            <a:ext cx="8234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configHash</a:t>
            </a:r>
            <a:endParaRPr lang="en-US" sz="1125" dirty="0"/>
          </a:p>
        </p:txBody>
      </p:sp>
      <p:sp>
        <p:nvSpPr>
          <p:cNvPr id="90" name="Text 87"/>
          <p:cNvSpPr/>
          <p:nvPr/>
        </p:nvSpPr>
        <p:spPr>
          <a:xfrm>
            <a:off x="12715875" y="33432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91" name="Text 88"/>
          <p:cNvSpPr/>
          <p:nvPr/>
        </p:nvSpPr>
        <p:spPr>
          <a:xfrm>
            <a:off x="11001375" y="3657600"/>
            <a:ext cx="775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updatedAt</a:t>
            </a:r>
            <a:endParaRPr lang="en-US" sz="1125" dirty="0"/>
          </a:p>
        </p:txBody>
      </p:sp>
      <p:sp>
        <p:nvSpPr>
          <p:cNvPr id="92" name="Text 89"/>
          <p:cNvSpPr/>
          <p:nvPr/>
        </p:nvSpPr>
        <p:spPr>
          <a:xfrm>
            <a:off x="12582525" y="3686175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938" dirty="0"/>
          </a:p>
        </p:txBody>
      </p:sp>
      <p:sp>
        <p:nvSpPr>
          <p:cNvPr id="93" name="Shape 90"/>
          <p:cNvSpPr/>
          <p:nvPr/>
        </p:nvSpPr>
        <p:spPr>
          <a:xfrm>
            <a:off x="857250" y="5524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E2742"/>
            </a:solidFill>
            <a:prstDash val="solid"/>
          </a:ln>
          <a:effectLst>
            <a:outerShdw sx="100000" sy="100000" kx="0" ky="0" algn="bl" rotWithShape="0" blurRad="171450" dist="57150" dir="5400000">
              <a:srgbClr val="1E2742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866775" y="5534025"/>
            <a:ext cx="2381250" cy="457200"/>
          </a:xfrm>
          <a:prstGeom prst="rect">
            <a:avLst/>
          </a:prstGeom>
          <a:solidFill>
            <a:srgbClr val="1E2742"/>
          </a:solidFill>
          <a:ln/>
        </p:spPr>
      </p:sp>
      <p:sp>
        <p:nvSpPr>
          <p:cNvPr id="95" name="Text 92"/>
          <p:cNvSpPr/>
          <p:nvPr/>
        </p:nvSpPr>
        <p:spPr>
          <a:xfrm>
            <a:off x="1000125" y="5638800"/>
            <a:ext cx="1148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96" name="Text 93"/>
          <p:cNvSpPr/>
          <p:nvPr/>
        </p:nvSpPr>
        <p:spPr>
          <a:xfrm>
            <a:off x="2317105" y="5695950"/>
            <a:ext cx="87377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2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오케스트레이터</a:t>
            </a:r>
            <a:endParaRPr lang="en-US" sz="975" dirty="0"/>
          </a:p>
        </p:txBody>
      </p:sp>
      <p:sp>
        <p:nvSpPr>
          <p:cNvPr id="97" name="Shape 94"/>
          <p:cNvSpPr/>
          <p:nvPr/>
        </p:nvSpPr>
        <p:spPr>
          <a:xfrm>
            <a:off x="866775" y="6324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8" name="Text 95"/>
          <p:cNvSpPr/>
          <p:nvPr/>
        </p:nvSpPr>
        <p:spPr>
          <a:xfrm>
            <a:off x="1000125" y="6057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99" name="Shape 96"/>
          <p:cNvSpPr/>
          <p:nvPr/>
        </p:nvSpPr>
        <p:spPr>
          <a:xfrm>
            <a:off x="1190625" y="6081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100" name="Text 97"/>
          <p:cNvSpPr/>
          <p:nvPr/>
        </p:nvSpPr>
        <p:spPr>
          <a:xfrm>
            <a:off x="1228725" y="6091238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101" name="Text 98"/>
          <p:cNvSpPr/>
          <p:nvPr/>
        </p:nvSpPr>
        <p:spPr>
          <a:xfrm>
            <a:off x="2847975" y="6086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102" name="Shape 99"/>
          <p:cNvSpPr/>
          <p:nvPr/>
        </p:nvSpPr>
        <p:spPr>
          <a:xfrm>
            <a:off x="866775" y="6667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3" name="Text 100"/>
          <p:cNvSpPr/>
          <p:nvPr/>
        </p:nvSpPr>
        <p:spPr>
          <a:xfrm>
            <a:off x="1000125" y="6400800"/>
            <a:ext cx="6735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topology</a:t>
            </a:r>
            <a:endParaRPr lang="en-US" sz="1125" dirty="0"/>
          </a:p>
        </p:txBody>
      </p:sp>
      <p:sp>
        <p:nvSpPr>
          <p:cNvPr id="104" name="Text 101"/>
          <p:cNvSpPr/>
          <p:nvPr/>
        </p:nvSpPr>
        <p:spPr>
          <a:xfrm>
            <a:off x="2581275" y="6429375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</a:t>
            </a:r>
            <a:endParaRPr lang="en-US" sz="938" dirty="0"/>
          </a:p>
        </p:txBody>
      </p:sp>
      <p:sp>
        <p:nvSpPr>
          <p:cNvPr id="105" name="Shape 102"/>
          <p:cNvSpPr/>
          <p:nvPr/>
        </p:nvSpPr>
        <p:spPr>
          <a:xfrm>
            <a:off x="866775" y="7010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6" name="Text 103"/>
          <p:cNvSpPr/>
          <p:nvPr/>
        </p:nvSpPr>
        <p:spPr>
          <a:xfrm>
            <a:off x="1000125" y="6743700"/>
            <a:ext cx="6034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hitlGate</a:t>
            </a:r>
            <a:endParaRPr lang="en-US" sz="1125" dirty="0"/>
          </a:p>
        </p:txBody>
      </p:sp>
      <p:sp>
        <p:nvSpPr>
          <p:cNvPr id="107" name="Text 104"/>
          <p:cNvSpPr/>
          <p:nvPr/>
        </p:nvSpPr>
        <p:spPr>
          <a:xfrm>
            <a:off x="2647950" y="6772275"/>
            <a:ext cx="542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938" dirty="0"/>
          </a:p>
        </p:txBody>
      </p:sp>
      <p:sp>
        <p:nvSpPr>
          <p:cNvPr id="108" name="Text 105"/>
          <p:cNvSpPr/>
          <p:nvPr/>
        </p:nvSpPr>
        <p:spPr>
          <a:xfrm>
            <a:off x="1000125" y="7086600"/>
            <a:ext cx="6075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standby</a:t>
            </a:r>
            <a:endParaRPr lang="en-US" sz="1125" dirty="0"/>
          </a:p>
        </p:txBody>
      </p:sp>
      <p:sp>
        <p:nvSpPr>
          <p:cNvPr id="109" name="Text 106"/>
          <p:cNvSpPr/>
          <p:nvPr/>
        </p:nvSpPr>
        <p:spPr>
          <a:xfrm>
            <a:off x="2647950" y="7115175"/>
            <a:ext cx="542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938" dirty="0"/>
          </a:p>
        </p:txBody>
      </p:sp>
      <p:sp>
        <p:nvSpPr>
          <p:cNvPr id="110" name="Shape 107"/>
          <p:cNvSpPr/>
          <p:nvPr/>
        </p:nvSpPr>
        <p:spPr>
          <a:xfrm>
            <a:off x="4191000" y="5524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E2742"/>
            </a:solidFill>
            <a:prstDash val="solid"/>
          </a:ln>
          <a:effectLst>
            <a:outerShdw sx="100000" sy="100000" kx="0" ky="0" algn="bl" rotWithShape="0" blurRad="171450" dist="57150" dir="5400000">
              <a:srgbClr val="1E2742">
                <a:alpha val="10000"/>
              </a:srgbClr>
            </a:outerShdw>
          </a:effectLst>
        </p:spPr>
      </p:sp>
      <p:sp>
        <p:nvSpPr>
          <p:cNvPr id="111" name="Shape 108"/>
          <p:cNvSpPr/>
          <p:nvPr/>
        </p:nvSpPr>
        <p:spPr>
          <a:xfrm>
            <a:off x="4200525" y="5534025"/>
            <a:ext cx="2381250" cy="457200"/>
          </a:xfrm>
          <a:prstGeom prst="rect">
            <a:avLst/>
          </a:prstGeom>
          <a:solidFill>
            <a:srgbClr val="1E2742"/>
          </a:solidFill>
          <a:ln/>
        </p:spPr>
      </p:sp>
      <p:sp>
        <p:nvSpPr>
          <p:cNvPr id="112" name="Text 109"/>
          <p:cNvSpPr/>
          <p:nvPr/>
        </p:nvSpPr>
        <p:spPr>
          <a:xfrm>
            <a:off x="4333875" y="5638800"/>
            <a:ext cx="5659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</a:t>
            </a:r>
            <a:endParaRPr lang="en-US" sz="1350" dirty="0"/>
          </a:p>
        </p:txBody>
      </p:sp>
      <p:sp>
        <p:nvSpPr>
          <p:cNvPr id="113" name="Text 110"/>
          <p:cNvSpPr/>
          <p:nvPr/>
        </p:nvSpPr>
        <p:spPr>
          <a:xfrm>
            <a:off x="5992713" y="5695950"/>
            <a:ext cx="531912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2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endParaRPr lang="en-US" sz="975" dirty="0"/>
          </a:p>
        </p:txBody>
      </p:sp>
      <p:sp>
        <p:nvSpPr>
          <p:cNvPr id="114" name="Shape 111"/>
          <p:cNvSpPr/>
          <p:nvPr/>
        </p:nvSpPr>
        <p:spPr>
          <a:xfrm>
            <a:off x="4200525" y="6324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5" name="Text 112"/>
          <p:cNvSpPr/>
          <p:nvPr/>
        </p:nvSpPr>
        <p:spPr>
          <a:xfrm>
            <a:off x="4333875" y="6057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116" name="Shape 113"/>
          <p:cNvSpPr/>
          <p:nvPr/>
        </p:nvSpPr>
        <p:spPr>
          <a:xfrm>
            <a:off x="4524375" y="6081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117" name="Text 114"/>
          <p:cNvSpPr/>
          <p:nvPr/>
        </p:nvSpPr>
        <p:spPr>
          <a:xfrm>
            <a:off x="4562475" y="6091238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118" name="Text 115"/>
          <p:cNvSpPr/>
          <p:nvPr/>
        </p:nvSpPr>
        <p:spPr>
          <a:xfrm>
            <a:off x="6181725" y="6086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119" name="Shape 116"/>
          <p:cNvSpPr/>
          <p:nvPr/>
        </p:nvSpPr>
        <p:spPr>
          <a:xfrm>
            <a:off x="4200525" y="6667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0" name="Text 117"/>
          <p:cNvSpPr/>
          <p:nvPr/>
        </p:nvSpPr>
        <p:spPr>
          <a:xfrm>
            <a:off x="4333875" y="6400800"/>
            <a:ext cx="3360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125" dirty="0"/>
          </a:p>
        </p:txBody>
      </p:sp>
      <p:sp>
        <p:nvSpPr>
          <p:cNvPr id="121" name="Text 118"/>
          <p:cNvSpPr/>
          <p:nvPr/>
        </p:nvSpPr>
        <p:spPr>
          <a:xfrm>
            <a:off x="5848350" y="6429375"/>
            <a:ext cx="676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AgentRole</a:t>
            </a:r>
            <a:endParaRPr lang="en-US" sz="938" dirty="0"/>
          </a:p>
        </p:txBody>
      </p:sp>
      <p:sp>
        <p:nvSpPr>
          <p:cNvPr id="122" name="Shape 119"/>
          <p:cNvSpPr/>
          <p:nvPr/>
        </p:nvSpPr>
        <p:spPr>
          <a:xfrm>
            <a:off x="4200525" y="7010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3" name="Text 120"/>
          <p:cNvSpPr/>
          <p:nvPr/>
        </p:nvSpPr>
        <p:spPr>
          <a:xfrm>
            <a:off x="4333875" y="6743700"/>
            <a:ext cx="3979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sz="1125" dirty="0"/>
          </a:p>
        </p:txBody>
      </p:sp>
      <p:sp>
        <p:nvSpPr>
          <p:cNvPr id="124" name="Text 121"/>
          <p:cNvSpPr/>
          <p:nvPr/>
        </p:nvSpPr>
        <p:spPr>
          <a:xfrm>
            <a:off x="5781675" y="6772275"/>
            <a:ext cx="742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AgentState</a:t>
            </a:r>
            <a:endParaRPr lang="en-US" sz="938" dirty="0"/>
          </a:p>
        </p:txBody>
      </p:sp>
      <p:sp>
        <p:nvSpPr>
          <p:cNvPr id="125" name="Text 122"/>
          <p:cNvSpPr/>
          <p:nvPr/>
        </p:nvSpPr>
        <p:spPr>
          <a:xfrm>
            <a:off x="4333875" y="7086600"/>
            <a:ext cx="9341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tokenBudget</a:t>
            </a:r>
            <a:endParaRPr lang="en-US" sz="1125" dirty="0"/>
          </a:p>
        </p:txBody>
      </p:sp>
      <p:sp>
        <p:nvSpPr>
          <p:cNvPr id="126" name="Text 123"/>
          <p:cNvSpPr/>
          <p:nvPr/>
        </p:nvSpPr>
        <p:spPr>
          <a:xfrm>
            <a:off x="5981700" y="7115175"/>
            <a:ext cx="542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938" dirty="0"/>
          </a:p>
        </p:txBody>
      </p:sp>
      <p:sp>
        <p:nvSpPr>
          <p:cNvPr id="127" name="Shape 124"/>
          <p:cNvSpPr/>
          <p:nvPr/>
        </p:nvSpPr>
        <p:spPr>
          <a:xfrm>
            <a:off x="7524750" y="5524500"/>
            <a:ext cx="2400300" cy="2181225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9525">
            <a:solidFill>
              <a:srgbClr val="1E2742"/>
            </a:solidFill>
            <a:prstDash val="solid"/>
          </a:ln>
          <a:effectLst>
            <a:outerShdw sx="100000" sy="100000" kx="0" ky="0" algn="bl" rotWithShape="0" blurRad="171450" dist="57150" dir="5400000">
              <a:srgbClr val="1E2742">
                <a:alpha val="10000"/>
              </a:srgbClr>
            </a:outerShdw>
          </a:effectLst>
        </p:spPr>
      </p:sp>
      <p:sp>
        <p:nvSpPr>
          <p:cNvPr id="128" name="Shape 125"/>
          <p:cNvSpPr/>
          <p:nvPr/>
        </p:nvSpPr>
        <p:spPr>
          <a:xfrm>
            <a:off x="7534275" y="5534025"/>
            <a:ext cx="2381250" cy="457200"/>
          </a:xfrm>
          <a:prstGeom prst="rect">
            <a:avLst/>
          </a:prstGeom>
          <a:solidFill>
            <a:srgbClr val="1E2742"/>
          </a:solidFill>
          <a:ln/>
        </p:spPr>
      </p:sp>
      <p:sp>
        <p:nvSpPr>
          <p:cNvPr id="129" name="Text 126"/>
          <p:cNvSpPr/>
          <p:nvPr/>
        </p:nvSpPr>
        <p:spPr>
          <a:xfrm>
            <a:off x="7667625" y="5638800"/>
            <a:ext cx="9042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130" name="Text 127"/>
          <p:cNvSpPr/>
          <p:nvPr/>
        </p:nvSpPr>
        <p:spPr>
          <a:xfrm>
            <a:off x="9554319" y="5695950"/>
            <a:ext cx="304056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2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975" dirty="0"/>
          </a:p>
        </p:txBody>
      </p:sp>
      <p:sp>
        <p:nvSpPr>
          <p:cNvPr id="131" name="Shape 128"/>
          <p:cNvSpPr/>
          <p:nvPr/>
        </p:nvSpPr>
        <p:spPr>
          <a:xfrm>
            <a:off x="7534275" y="6324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2" name="Text 129"/>
          <p:cNvSpPr/>
          <p:nvPr/>
        </p:nvSpPr>
        <p:spPr>
          <a:xfrm>
            <a:off x="7667625" y="6057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133" name="Shape 130"/>
          <p:cNvSpPr/>
          <p:nvPr/>
        </p:nvSpPr>
        <p:spPr>
          <a:xfrm>
            <a:off x="7858125" y="6081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134" name="Text 131"/>
          <p:cNvSpPr/>
          <p:nvPr/>
        </p:nvSpPr>
        <p:spPr>
          <a:xfrm>
            <a:off x="7896225" y="6091238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135" name="Text 132"/>
          <p:cNvSpPr/>
          <p:nvPr/>
        </p:nvSpPr>
        <p:spPr>
          <a:xfrm>
            <a:off x="9515475" y="6086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136" name="Shape 133"/>
          <p:cNvSpPr/>
          <p:nvPr/>
        </p:nvSpPr>
        <p:spPr>
          <a:xfrm>
            <a:off x="7534275" y="6667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7" name="Text 134"/>
          <p:cNvSpPr/>
          <p:nvPr/>
        </p:nvSpPr>
        <p:spPr>
          <a:xfrm>
            <a:off x="7667625" y="6400800"/>
            <a:ext cx="606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attempt</a:t>
            </a:r>
            <a:endParaRPr lang="en-US" sz="1125" dirty="0"/>
          </a:p>
        </p:txBody>
      </p:sp>
      <p:sp>
        <p:nvSpPr>
          <p:cNvPr id="138" name="Text 135"/>
          <p:cNvSpPr/>
          <p:nvPr/>
        </p:nvSpPr>
        <p:spPr>
          <a:xfrm>
            <a:off x="9315450" y="6429375"/>
            <a:ext cx="542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938" dirty="0"/>
          </a:p>
        </p:txBody>
      </p:sp>
      <p:sp>
        <p:nvSpPr>
          <p:cNvPr id="139" name="Shape 136"/>
          <p:cNvSpPr/>
          <p:nvPr/>
        </p:nvSpPr>
        <p:spPr>
          <a:xfrm>
            <a:off x="7534275" y="7010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0" name="Text 137"/>
          <p:cNvSpPr/>
          <p:nvPr/>
        </p:nvSpPr>
        <p:spPr>
          <a:xfrm>
            <a:off x="7667625" y="6743700"/>
            <a:ext cx="6191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lifecycle</a:t>
            </a:r>
            <a:endParaRPr lang="en-US" sz="1125" dirty="0"/>
          </a:p>
        </p:txBody>
      </p:sp>
      <p:sp>
        <p:nvSpPr>
          <p:cNvPr id="141" name="Text 138"/>
          <p:cNvSpPr/>
          <p:nvPr/>
        </p:nvSpPr>
        <p:spPr>
          <a:xfrm>
            <a:off x="9182100" y="6772275"/>
            <a:ext cx="676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</a:t>
            </a:r>
            <a:endParaRPr lang="en-US" sz="938" dirty="0"/>
          </a:p>
        </p:txBody>
      </p:sp>
      <p:sp>
        <p:nvSpPr>
          <p:cNvPr id="142" name="Shape 139"/>
          <p:cNvSpPr/>
          <p:nvPr/>
        </p:nvSpPr>
        <p:spPr>
          <a:xfrm>
            <a:off x="7534275" y="73533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3" name="Text 140"/>
          <p:cNvSpPr/>
          <p:nvPr/>
        </p:nvSpPr>
        <p:spPr>
          <a:xfrm>
            <a:off x="7667625" y="7086600"/>
            <a:ext cx="4749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1125" dirty="0"/>
          </a:p>
        </p:txBody>
      </p:sp>
      <p:sp>
        <p:nvSpPr>
          <p:cNvPr id="144" name="Text 141"/>
          <p:cNvSpPr/>
          <p:nvPr/>
        </p:nvSpPr>
        <p:spPr>
          <a:xfrm>
            <a:off x="9182100" y="7115175"/>
            <a:ext cx="676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RunStatus</a:t>
            </a:r>
            <a:endParaRPr lang="en-US" sz="938" dirty="0"/>
          </a:p>
        </p:txBody>
      </p:sp>
      <p:sp>
        <p:nvSpPr>
          <p:cNvPr id="145" name="Text 142"/>
          <p:cNvSpPr/>
          <p:nvPr/>
        </p:nvSpPr>
        <p:spPr>
          <a:xfrm>
            <a:off x="7667625" y="7429500"/>
            <a:ext cx="6826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startedAt</a:t>
            </a:r>
            <a:endParaRPr lang="en-US" sz="1125" dirty="0"/>
          </a:p>
        </p:txBody>
      </p:sp>
      <p:sp>
        <p:nvSpPr>
          <p:cNvPr id="146" name="Text 143"/>
          <p:cNvSpPr/>
          <p:nvPr/>
        </p:nvSpPr>
        <p:spPr>
          <a:xfrm>
            <a:off x="9248775" y="7458075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938" dirty="0"/>
          </a:p>
        </p:txBody>
      </p:sp>
      <p:sp>
        <p:nvSpPr>
          <p:cNvPr id="147" name="Shape 144"/>
          <p:cNvSpPr/>
          <p:nvPr/>
        </p:nvSpPr>
        <p:spPr>
          <a:xfrm>
            <a:off x="10858500" y="5524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E2742"/>
            </a:solidFill>
            <a:prstDash val="solid"/>
          </a:ln>
          <a:effectLst>
            <a:outerShdw sx="100000" sy="100000" kx="0" ky="0" algn="bl" rotWithShape="0" blurRad="171450" dist="57150" dir="5400000">
              <a:srgbClr val="1E2742">
                <a:alpha val="10000"/>
              </a:srgbClr>
            </a:outerShdw>
          </a:effectLst>
        </p:spPr>
      </p:sp>
      <p:sp>
        <p:nvSpPr>
          <p:cNvPr id="148" name="Shape 145"/>
          <p:cNvSpPr/>
          <p:nvPr/>
        </p:nvSpPr>
        <p:spPr>
          <a:xfrm>
            <a:off x="10868025" y="5534025"/>
            <a:ext cx="2381250" cy="457200"/>
          </a:xfrm>
          <a:prstGeom prst="rect">
            <a:avLst/>
          </a:prstGeom>
          <a:solidFill>
            <a:srgbClr val="1E2742"/>
          </a:solidFill>
          <a:ln/>
        </p:spPr>
      </p:sp>
      <p:sp>
        <p:nvSpPr>
          <p:cNvPr id="149" name="Text 146"/>
          <p:cNvSpPr/>
          <p:nvPr/>
        </p:nvSpPr>
        <p:spPr>
          <a:xfrm>
            <a:off x="11001375" y="5638800"/>
            <a:ext cx="7052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</a:t>
            </a:r>
            <a:endParaRPr lang="en-US" sz="1350" dirty="0"/>
          </a:p>
        </p:txBody>
      </p:sp>
      <p:sp>
        <p:nvSpPr>
          <p:cNvPr id="150" name="Text 147"/>
          <p:cNvSpPr/>
          <p:nvPr/>
        </p:nvSpPr>
        <p:spPr>
          <a:xfrm>
            <a:off x="12774067" y="5695950"/>
            <a:ext cx="418058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2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endParaRPr lang="en-US" sz="975" dirty="0"/>
          </a:p>
        </p:txBody>
      </p:sp>
      <p:sp>
        <p:nvSpPr>
          <p:cNvPr id="151" name="Shape 148"/>
          <p:cNvSpPr/>
          <p:nvPr/>
        </p:nvSpPr>
        <p:spPr>
          <a:xfrm>
            <a:off x="10868025" y="6324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2" name="Text 149"/>
          <p:cNvSpPr/>
          <p:nvPr/>
        </p:nvSpPr>
        <p:spPr>
          <a:xfrm>
            <a:off x="11001375" y="6057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153" name="Shape 150"/>
          <p:cNvSpPr/>
          <p:nvPr/>
        </p:nvSpPr>
        <p:spPr>
          <a:xfrm>
            <a:off x="11191875" y="6081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154" name="Text 151"/>
          <p:cNvSpPr/>
          <p:nvPr/>
        </p:nvSpPr>
        <p:spPr>
          <a:xfrm>
            <a:off x="11229975" y="6091238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155" name="Text 152"/>
          <p:cNvSpPr/>
          <p:nvPr/>
        </p:nvSpPr>
        <p:spPr>
          <a:xfrm>
            <a:off x="12849225" y="6086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156" name="Shape 153"/>
          <p:cNvSpPr/>
          <p:nvPr/>
        </p:nvSpPr>
        <p:spPr>
          <a:xfrm>
            <a:off x="10868025" y="6667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7" name="Text 154"/>
          <p:cNvSpPr/>
          <p:nvPr/>
        </p:nvSpPr>
        <p:spPr>
          <a:xfrm>
            <a:off x="11001375" y="6400800"/>
            <a:ext cx="372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</a:t>
            </a:r>
            <a:endParaRPr lang="en-US" sz="1125" dirty="0"/>
          </a:p>
        </p:txBody>
      </p:sp>
      <p:sp>
        <p:nvSpPr>
          <p:cNvPr id="158" name="Text 155"/>
          <p:cNvSpPr/>
          <p:nvPr/>
        </p:nvSpPr>
        <p:spPr>
          <a:xfrm>
            <a:off x="12315825" y="6429375"/>
            <a:ext cx="876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ArtifactType</a:t>
            </a:r>
            <a:endParaRPr lang="en-US" sz="938" dirty="0"/>
          </a:p>
        </p:txBody>
      </p:sp>
      <p:sp>
        <p:nvSpPr>
          <p:cNvPr id="159" name="Shape 156"/>
          <p:cNvSpPr/>
          <p:nvPr/>
        </p:nvSpPr>
        <p:spPr>
          <a:xfrm>
            <a:off x="10868025" y="7010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0" name="Text 157"/>
          <p:cNvSpPr/>
          <p:nvPr/>
        </p:nvSpPr>
        <p:spPr>
          <a:xfrm>
            <a:off x="11001375" y="6743700"/>
            <a:ext cx="6904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sizeBytes</a:t>
            </a:r>
            <a:endParaRPr lang="en-US" sz="1125" dirty="0"/>
          </a:p>
        </p:txBody>
      </p:sp>
      <p:sp>
        <p:nvSpPr>
          <p:cNvPr id="161" name="Text 158"/>
          <p:cNvSpPr/>
          <p:nvPr/>
        </p:nvSpPr>
        <p:spPr>
          <a:xfrm>
            <a:off x="12849225" y="67722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162" name="Text 159"/>
          <p:cNvSpPr/>
          <p:nvPr/>
        </p:nvSpPr>
        <p:spPr>
          <a:xfrm>
            <a:off x="11001375" y="7086600"/>
            <a:ext cx="7640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storageUri</a:t>
            </a:r>
            <a:endParaRPr lang="en-US" sz="1125" dirty="0"/>
          </a:p>
        </p:txBody>
      </p:sp>
      <p:sp>
        <p:nvSpPr>
          <p:cNvPr id="163" name="Text 160"/>
          <p:cNvSpPr/>
          <p:nvPr/>
        </p:nvSpPr>
        <p:spPr>
          <a:xfrm>
            <a:off x="12715875" y="71151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164" name="Shape 161"/>
          <p:cNvSpPr/>
          <p:nvPr/>
        </p:nvSpPr>
        <p:spPr>
          <a:xfrm>
            <a:off x="14192250" y="5524500"/>
            <a:ext cx="24003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1E2742"/>
            </a:solidFill>
            <a:prstDash val="solid"/>
          </a:ln>
          <a:effectLst>
            <a:outerShdw sx="100000" sy="100000" kx="0" ky="0" algn="bl" rotWithShape="0" blurRad="171450" dist="57150" dir="5400000">
              <a:srgbClr val="1E2742">
                <a:alpha val="10000"/>
              </a:srgbClr>
            </a:outerShdw>
          </a:effectLst>
        </p:spPr>
      </p:sp>
      <p:sp>
        <p:nvSpPr>
          <p:cNvPr id="165" name="Shape 162"/>
          <p:cNvSpPr/>
          <p:nvPr/>
        </p:nvSpPr>
        <p:spPr>
          <a:xfrm>
            <a:off x="14201775" y="5534025"/>
            <a:ext cx="2381250" cy="457200"/>
          </a:xfrm>
          <a:prstGeom prst="rect">
            <a:avLst/>
          </a:prstGeom>
          <a:solidFill>
            <a:srgbClr val="1E2742"/>
          </a:solidFill>
          <a:ln/>
        </p:spPr>
      </p:sp>
      <p:sp>
        <p:nvSpPr>
          <p:cNvPr id="166" name="Text 163"/>
          <p:cNvSpPr/>
          <p:nvPr/>
        </p:nvSpPr>
        <p:spPr>
          <a:xfrm>
            <a:off x="14335125" y="5638800"/>
            <a:ext cx="5898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Cache</a:t>
            </a:r>
            <a:endParaRPr lang="en-US" sz="1350" dirty="0"/>
          </a:p>
        </p:txBody>
      </p:sp>
      <p:sp>
        <p:nvSpPr>
          <p:cNvPr id="167" name="Text 164"/>
          <p:cNvSpPr/>
          <p:nvPr/>
        </p:nvSpPr>
        <p:spPr>
          <a:xfrm>
            <a:off x="16221819" y="5695950"/>
            <a:ext cx="304056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2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</a:t>
            </a:r>
            <a:endParaRPr lang="en-US" sz="975" dirty="0"/>
          </a:p>
        </p:txBody>
      </p:sp>
      <p:sp>
        <p:nvSpPr>
          <p:cNvPr id="168" name="Shape 165"/>
          <p:cNvSpPr/>
          <p:nvPr/>
        </p:nvSpPr>
        <p:spPr>
          <a:xfrm>
            <a:off x="14201775" y="63246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9" name="Text 166"/>
          <p:cNvSpPr/>
          <p:nvPr/>
        </p:nvSpPr>
        <p:spPr>
          <a:xfrm>
            <a:off x="14335125" y="6057900"/>
            <a:ext cx="209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125" dirty="0"/>
          </a:p>
        </p:txBody>
      </p:sp>
      <p:sp>
        <p:nvSpPr>
          <p:cNvPr id="170" name="Shape 167"/>
          <p:cNvSpPr/>
          <p:nvPr/>
        </p:nvSpPr>
        <p:spPr>
          <a:xfrm>
            <a:off x="14525625" y="6081713"/>
            <a:ext cx="19868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171" name="Text 168"/>
          <p:cNvSpPr/>
          <p:nvPr/>
        </p:nvSpPr>
        <p:spPr>
          <a:xfrm>
            <a:off x="14563725" y="6091238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172" name="Text 169"/>
          <p:cNvSpPr/>
          <p:nvPr/>
        </p:nvSpPr>
        <p:spPr>
          <a:xfrm>
            <a:off x="16182975" y="6086475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38" dirty="0"/>
          </a:p>
        </p:txBody>
      </p:sp>
      <p:sp>
        <p:nvSpPr>
          <p:cNvPr id="173" name="Shape 170"/>
          <p:cNvSpPr/>
          <p:nvPr/>
        </p:nvSpPr>
        <p:spPr>
          <a:xfrm>
            <a:off x="14201775" y="66675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4" name="Text 171"/>
          <p:cNvSpPr/>
          <p:nvPr/>
        </p:nvSpPr>
        <p:spPr>
          <a:xfrm>
            <a:off x="14335125" y="6400800"/>
            <a:ext cx="4665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</a:t>
            </a:r>
            <a:endParaRPr lang="en-US" sz="1125" dirty="0"/>
          </a:p>
        </p:txBody>
      </p:sp>
      <p:sp>
        <p:nvSpPr>
          <p:cNvPr id="175" name="Text 172"/>
          <p:cNvSpPr/>
          <p:nvPr/>
        </p:nvSpPr>
        <p:spPr>
          <a:xfrm>
            <a:off x="15782925" y="6429375"/>
            <a:ext cx="742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CacheScope</a:t>
            </a:r>
            <a:endParaRPr lang="en-US" sz="938" dirty="0"/>
          </a:p>
        </p:txBody>
      </p:sp>
      <p:sp>
        <p:nvSpPr>
          <p:cNvPr id="176" name="Shape 173"/>
          <p:cNvSpPr/>
          <p:nvPr/>
        </p:nvSpPr>
        <p:spPr>
          <a:xfrm>
            <a:off x="14201775" y="7010400"/>
            <a:ext cx="238125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7" name="Text 174"/>
          <p:cNvSpPr/>
          <p:nvPr/>
        </p:nvSpPr>
        <p:spPr>
          <a:xfrm>
            <a:off x="14335125" y="6743700"/>
            <a:ext cx="30584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</a:t>
            </a:r>
            <a:endParaRPr lang="en-US" sz="1125" dirty="0"/>
          </a:p>
        </p:txBody>
      </p:sp>
      <p:sp>
        <p:nvSpPr>
          <p:cNvPr id="178" name="Text 175"/>
          <p:cNvSpPr/>
          <p:nvPr/>
        </p:nvSpPr>
        <p:spPr>
          <a:xfrm>
            <a:off x="16049625" y="6772275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38" dirty="0"/>
          </a:p>
        </p:txBody>
      </p:sp>
      <p:sp>
        <p:nvSpPr>
          <p:cNvPr id="179" name="Text 176"/>
          <p:cNvSpPr/>
          <p:nvPr/>
        </p:nvSpPr>
        <p:spPr>
          <a:xfrm>
            <a:off x="14335125" y="7086600"/>
            <a:ext cx="5542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hitRate</a:t>
            </a:r>
            <a:endParaRPr lang="en-US" sz="1125" dirty="0"/>
          </a:p>
        </p:txBody>
      </p:sp>
      <p:sp>
        <p:nvSpPr>
          <p:cNvPr id="180" name="Text 177"/>
          <p:cNvSpPr/>
          <p:nvPr/>
        </p:nvSpPr>
        <p:spPr>
          <a:xfrm>
            <a:off x="16116300" y="7115175"/>
            <a:ext cx="4095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938" dirty="0"/>
          </a:p>
        </p:txBody>
      </p:sp>
      <p:sp>
        <p:nvSpPr>
          <p:cNvPr id="181" name="Shape 178"/>
          <p:cNvSpPr/>
          <p:nvPr/>
        </p:nvSpPr>
        <p:spPr>
          <a:xfrm>
            <a:off x="762000" y="9363075"/>
            <a:ext cx="9193411" cy="485775"/>
          </a:xfrm>
          <a:prstGeom prst="roundRect">
            <a:avLst>
              <a:gd name="adj" fmla="val 19608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33350" dist="38100" dir="5400000">
              <a:srgbClr val="111827">
                <a:alpha val="5000"/>
              </a:srgbClr>
            </a:outerShdw>
          </a:effectLst>
        </p:spPr>
      </p:sp>
      <p:pic>
        <p:nvPicPr>
          <p:cNvPr id="18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075" y="9548813"/>
            <a:ext cx="438150" cy="114300"/>
          </a:xfrm>
          <a:prstGeom prst="rect">
            <a:avLst/>
          </a:prstGeom>
        </p:spPr>
      </p:pic>
      <p:sp>
        <p:nvSpPr>
          <p:cNvPr id="183" name="Text 179"/>
          <p:cNvSpPr/>
          <p:nvPr/>
        </p:nvSpPr>
        <p:spPr>
          <a:xfrm>
            <a:off x="1514475" y="9505950"/>
            <a:ext cx="12334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연관 (association)</a:t>
            </a:r>
            <a:endParaRPr lang="en-US" sz="1125" dirty="0"/>
          </a:p>
        </p:txBody>
      </p:sp>
      <p:pic>
        <p:nvPicPr>
          <p:cNvPr id="18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8463" y="9539288"/>
            <a:ext cx="533400" cy="133350"/>
          </a:xfrm>
          <a:prstGeom prst="rect">
            <a:avLst/>
          </a:prstGeom>
        </p:spPr>
      </p:pic>
      <p:sp>
        <p:nvSpPr>
          <p:cNvPr id="185" name="Text 180"/>
          <p:cNvSpPr/>
          <p:nvPr/>
        </p:nvSpPr>
        <p:spPr>
          <a:xfrm>
            <a:off x="3567113" y="9505950"/>
            <a:ext cx="13134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집합 (aggregation)</a:t>
            </a:r>
            <a:endParaRPr lang="en-US" sz="1125" dirty="0"/>
          </a:p>
        </p:txBody>
      </p:sp>
      <p:pic>
        <p:nvPicPr>
          <p:cNvPr id="18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7861" y="9539288"/>
            <a:ext cx="533400" cy="133350"/>
          </a:xfrm>
          <a:prstGeom prst="rect">
            <a:avLst/>
          </a:prstGeom>
        </p:spPr>
      </p:pic>
      <p:sp>
        <p:nvSpPr>
          <p:cNvPr id="187" name="Text 181"/>
          <p:cNvSpPr/>
          <p:nvPr/>
        </p:nvSpPr>
        <p:spPr>
          <a:xfrm>
            <a:off x="5656511" y="9505950"/>
            <a:ext cx="13584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(composition)</a:t>
            </a:r>
            <a:endParaRPr lang="en-US" sz="1125" dirty="0"/>
          </a:p>
        </p:txBody>
      </p:sp>
      <p:sp>
        <p:nvSpPr>
          <p:cNvPr id="188" name="Text 182"/>
          <p:cNvSpPr/>
          <p:nvPr/>
        </p:nvSpPr>
        <p:spPr>
          <a:xfrm>
            <a:off x="7158186" y="9529763"/>
            <a:ext cx="12096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0..* · 1..*</a:t>
            </a:r>
            <a:endParaRPr lang="en-US" sz="1050" dirty="0"/>
          </a:p>
        </p:txBody>
      </p:sp>
      <p:sp>
        <p:nvSpPr>
          <p:cNvPr id="189" name="Text 183"/>
          <p:cNvSpPr/>
          <p:nvPr/>
        </p:nvSpPr>
        <p:spPr>
          <a:xfrm>
            <a:off x="8386911" y="9505950"/>
            <a:ext cx="4705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다중도</a:t>
            </a:r>
            <a:endParaRPr lang="en-US" sz="1125" dirty="0"/>
          </a:p>
        </p:txBody>
      </p:sp>
      <p:sp>
        <p:nvSpPr>
          <p:cNvPr id="190" name="Shape 184"/>
          <p:cNvSpPr/>
          <p:nvPr/>
        </p:nvSpPr>
        <p:spPr>
          <a:xfrm>
            <a:off x="9048006" y="9529763"/>
            <a:ext cx="217736" cy="152400"/>
          </a:xfrm>
          <a:prstGeom prst="roundRect">
            <a:avLst>
              <a:gd name="adj" fmla="val 18750"/>
            </a:avLst>
          </a:prstGeom>
          <a:solidFill>
            <a:srgbClr val="9CA3AF"/>
          </a:solidFill>
          <a:ln/>
        </p:spPr>
      </p:sp>
      <p:sp>
        <p:nvSpPr>
          <p:cNvPr id="191" name="Text 185"/>
          <p:cNvSpPr/>
          <p:nvPr/>
        </p:nvSpPr>
        <p:spPr>
          <a:xfrm>
            <a:off x="9095631" y="9539288"/>
            <a:ext cx="1986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</a:t>
            </a:r>
            <a:endParaRPr lang="en-US" sz="713" dirty="0"/>
          </a:p>
        </p:txBody>
      </p:sp>
      <p:sp>
        <p:nvSpPr>
          <p:cNvPr id="192" name="Text 186"/>
          <p:cNvSpPr/>
          <p:nvPr/>
        </p:nvSpPr>
        <p:spPr>
          <a:xfrm>
            <a:off x="9341941" y="9505950"/>
            <a:ext cx="4705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기본키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2026-06-21T16:08:12Z</dcterms:created>
  <dcterms:modified xsi:type="dcterms:W3CDTF">2026-06-21T16:08:12Z</dcterms:modified>
</cp:coreProperties>
</file>